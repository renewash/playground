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9"/>
  </p:normalViewPr>
  <p:slideViewPr>
    <p:cSldViewPr snapToGrid="0">
      <p:cViewPr varScale="1">
        <p:scale>
          <a:sx n="109" d="100"/>
          <a:sy n="109" d="100"/>
        </p:scale>
        <p:origin x="7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2249-D8AC-A9BB-ADB7-B12ECA436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13135-8288-5811-FC16-CF3166BBE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1B091-5F0E-0DB8-1DAC-B33831C2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764E0-E185-D432-9972-24B17043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9D171-F4E6-160A-169E-8B614018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57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1F9C-3928-9847-EA8B-08766B55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7738B-0287-1D78-9809-C9D9B047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9531B-CBDB-7662-5EDF-F36AC1A1E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9E253-14A2-FDD9-337D-025A53A8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320C3-9DCC-7DCF-D5C5-69F82278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2090-3DFD-2DAE-D8FD-5DBB59BA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A5763-C9DD-05C2-4248-0AA1ADF25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60464-4A41-93C2-8090-B74DD876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50B62-3F05-F21B-C349-547B1A62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53289-7EC3-CD7C-475A-B96F4A2C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8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E06E-197F-6BA8-96C3-2D3CA85E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EBA8-C5F6-32B1-FD39-6F160E295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C046F-A450-3B21-2043-E547BAA0E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57C50-6A1B-D3E6-A131-2851468F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EB8EB-5166-1CF9-5F8F-A61A22EE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5D5A9-49B5-CB34-BCCF-B9462C95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50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CC09-88CA-2B93-A912-0E13BC03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F6DF9-F5F8-FA2F-1721-CFA33C4CF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A35DF-B3A8-9198-D797-99926685F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190E8-A575-BAA1-13FA-C7B16FD32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8A4073-A81C-8F6C-4C83-029560E0A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C7540D-8ECE-A9DF-DF64-5A1F3719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E58F27-7CE3-CFD9-03BD-EF26B7BA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DA745-1BE6-9DF0-7AB7-BEA507CB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8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5EE8C-3AAF-F163-994E-4242A7961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23B2F-3505-492D-4EC7-F9AA55F86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4F051-580F-A59B-D8A2-EAFCEF44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4B736-A0C0-60BA-18B4-F4840795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9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F4FDA-823A-C58C-F9BE-F68B787A0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2B770-60B3-B82F-40EE-22D049B7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3955-15A5-644E-273D-CE3FED25B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1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C372-4030-7F12-1C92-482DD43EB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81CD3-FB26-5D33-3A06-E49DA2397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16671-5086-C713-1F35-E39FC3779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4AAEA-8741-B4F9-25D6-3363E8CE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D4E73-95C3-D1A0-0007-842539E2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F7B1F-1727-FA17-E590-F300827A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3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9B72-EAB9-DFAA-C711-2BDEC5462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B1D033-0B1F-9450-0D7C-69ADD9DDE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AADD1-F062-7519-C848-7C42A7DF4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81037-11AC-F1B8-58A2-2BD8C178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A95DC-9522-2412-4E89-9B289B94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C602B-6D4D-B756-BC3F-1C03202C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5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68C9-EC4A-7622-27BA-788350E5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4495C-CEC3-495B-7D58-9B485A86A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8EF89-6977-1B27-2EF3-CA570983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F7719-73DA-25CE-4F24-5CC1BCB15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6AACD-4AD0-2A83-637D-D7A3454A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0FEC83-70F9-9FAE-2EB2-2FE9F0729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BBD34-845B-76D0-0C27-926AC4061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2A8E1-BAE2-56C7-4D18-AAB8EB25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60241-7F23-A27B-8544-CE634518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7B260-A85E-1972-3D65-42845AFD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8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27EF4-3B20-6EF6-801A-F53598C7D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FBF0-4A6E-81BA-B532-0B13A9412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0DA8C-879C-BC83-C6B4-F60868E5F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775EA-D439-3B4D-AE14-3313A417A13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2F85F-198A-7E56-AF1C-9FF7B0FBB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7309D-A23D-356E-A969-00EA3DB7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CC7A5-3523-904F-A4BD-84DC21261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8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48E6-55BC-5D97-DBD7-44BED8BF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E7283-F734-ECE7-9419-C3E2277DC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Drawing module </a:t>
            </a:r>
          </a:p>
          <a:p>
            <a:r>
              <a:rPr lang="en-US" dirty="0"/>
              <a:t>Unit testing</a:t>
            </a:r>
          </a:p>
          <a:p>
            <a:r>
              <a:rPr lang="en-US" dirty="0"/>
              <a:t>Trying out a mono repo setup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487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80B4-FFD8-0CEC-8888-28F24D865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16A9-46BB-4F4C-EE9A-9DC0B92AA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6F0A8-C747-F51E-23DB-D35168CBA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tests for important logic</a:t>
            </a:r>
          </a:p>
          <a:p>
            <a:pPr lvl="1"/>
            <a:r>
              <a:rPr lang="en-US" dirty="0"/>
              <a:t>Calculating area and length</a:t>
            </a:r>
          </a:p>
          <a:p>
            <a:pPr lvl="1"/>
            <a:r>
              <a:rPr lang="en-US" dirty="0"/>
              <a:t>Drawing logic</a:t>
            </a:r>
          </a:p>
          <a:p>
            <a:pPr lvl="2"/>
            <a:r>
              <a:rPr lang="en-US" dirty="0"/>
              <a:t>Creating shapes</a:t>
            </a:r>
          </a:p>
          <a:p>
            <a:pPr lvl="2"/>
            <a:r>
              <a:rPr lang="en-US" dirty="0"/>
              <a:t>Shape data</a:t>
            </a:r>
          </a:p>
          <a:p>
            <a:pPr lvl="2"/>
            <a:r>
              <a:rPr lang="en-US" dirty="0"/>
              <a:t>Shape mutation</a:t>
            </a:r>
          </a:p>
          <a:p>
            <a:pPr lvl="2"/>
            <a:r>
              <a:rPr lang="en-US" dirty="0"/>
              <a:t>Commands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8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F780E-67DB-C7DE-DFE1-0394E42C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D6B4-EEF4-0CB4-B264-43697F85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AD3CE-ED2D-D461-5EE4-3D2362BB5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Improve user experience</a:t>
            </a:r>
          </a:p>
          <a:p>
            <a:pPr lvl="1"/>
            <a:r>
              <a:rPr lang="en-US" dirty="0"/>
              <a:t>Fewer bugs</a:t>
            </a:r>
          </a:p>
          <a:p>
            <a:pPr lvl="1"/>
            <a:r>
              <a:rPr lang="en-US" dirty="0"/>
              <a:t>Performance</a:t>
            </a:r>
          </a:p>
          <a:p>
            <a:pPr lvl="1"/>
            <a:r>
              <a:rPr lang="en-US" dirty="0"/>
              <a:t>Consistency</a:t>
            </a:r>
          </a:p>
          <a:p>
            <a:pPr lvl="1"/>
            <a:r>
              <a:rPr lang="en-US" dirty="0"/>
              <a:t>Edit shapes, undo, redo</a:t>
            </a:r>
          </a:p>
          <a:p>
            <a:r>
              <a:rPr lang="en-US" dirty="0"/>
              <a:t>Build skill and intuition</a:t>
            </a:r>
          </a:p>
          <a:p>
            <a:r>
              <a:rPr lang="en-US" dirty="0"/>
              <a:t>Build a good API and demonstrate its qualities</a:t>
            </a:r>
          </a:p>
          <a:p>
            <a:pPr lvl="1"/>
            <a:r>
              <a:rPr lang="en-US" dirty="0"/>
              <a:t>Reusable</a:t>
            </a:r>
          </a:p>
          <a:p>
            <a:pPr lvl="1"/>
            <a:r>
              <a:rPr lang="en-US" dirty="0"/>
              <a:t>Easy to extend. Use cases: </a:t>
            </a:r>
          </a:p>
          <a:p>
            <a:pPr lvl="2"/>
            <a:r>
              <a:rPr lang="en-US" dirty="0"/>
              <a:t>Add more tools, shapes, configs. Users can even write their own tools.</a:t>
            </a:r>
          </a:p>
          <a:p>
            <a:pPr lvl="2"/>
            <a:r>
              <a:rPr lang="en-US" dirty="0"/>
              <a:t>Serialize data into DB, use data across projects; time travel debugging; collaborative drawing…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90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C9D6-C12B-1B3D-60DA-65E59AE51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CBB4-6BDA-33DA-BF8D-66F61FA8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8AD6-573E-C1C4-397B-3D372976E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Framework agnostic</a:t>
            </a:r>
          </a:p>
          <a:p>
            <a:r>
              <a:rPr lang="en-US" dirty="0"/>
              <a:t>Can be library agnostic</a:t>
            </a:r>
          </a:p>
          <a:p>
            <a:r>
              <a:rPr lang="en-US" dirty="0"/>
              <a:t>Scalable and extensible</a:t>
            </a:r>
          </a:p>
          <a:p>
            <a:r>
              <a:rPr lang="en-US" dirty="0"/>
              <a:t>Relatively optimized</a:t>
            </a:r>
          </a:p>
          <a:p>
            <a:r>
              <a:rPr lang="en-US" dirty="0"/>
              <a:t>Predictable, maintainable and </a:t>
            </a:r>
            <a:r>
              <a:rPr lang="en-US" dirty="0" err="1"/>
              <a:t>debuggable</a:t>
            </a:r>
            <a:endParaRPr lang="en-US" dirty="0"/>
          </a:p>
          <a:p>
            <a:pPr lvl="1"/>
            <a:r>
              <a:rPr lang="en-SG" dirty="0"/>
              <a:t>Single source of truth lives in engine</a:t>
            </a:r>
          </a:p>
          <a:p>
            <a:pPr lvl="1"/>
            <a:r>
              <a:rPr lang="en-SG" dirty="0"/>
              <a:t>UI → reads state</a:t>
            </a:r>
          </a:p>
          <a:p>
            <a:pPr lvl="1"/>
            <a:r>
              <a:rPr lang="en-SG" dirty="0"/>
              <a:t>Canvas → renders state</a:t>
            </a:r>
          </a:p>
          <a:p>
            <a:pPr lvl="1"/>
            <a:r>
              <a:rPr lang="en-SG" dirty="0"/>
              <a:t>Tools → mutate via engine API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638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136</Words>
  <Application>Microsoft Macintosh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Unit tests</vt:lpstr>
      <vt:lpstr>Intent</vt:lpstr>
      <vt:lpstr>Drawing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Ashton Lim</dc:creator>
  <cp:lastModifiedBy>Ashton Lim</cp:lastModifiedBy>
  <cp:revision>14</cp:revision>
  <dcterms:created xsi:type="dcterms:W3CDTF">2026-03-11T15:06:22Z</dcterms:created>
  <dcterms:modified xsi:type="dcterms:W3CDTF">2026-03-12T02:24:52Z</dcterms:modified>
</cp:coreProperties>
</file>